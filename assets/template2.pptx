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/>
  <p:sldSz cy="5143500" cx="9144000"/>
  <p:notesSz cx="6858000" cy="9144000"/>
  <p:embeddedFontLst>
    <p:embeddedFont>
      <p:font typeface="Raleway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D737D1-1434-445E-88EC-5E362AE73263}">
  <a:tblStyle styleId="{74D737D1-1434-445E-88EC-5E362AE732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8" Type="http://schemas.openxmlformats.org/officeDocument/2006/relationships/font" Target="fonts/Raleway-regular.fntdata"/><Relationship Id="rId29" Type="http://schemas.openxmlformats.org/officeDocument/2006/relationships/font" Target="fonts/Raleway-bold.fntdata"/><Relationship Id="rId30" Type="http://schemas.openxmlformats.org/officeDocument/2006/relationships/font" Target="fonts/Raleway-italic.fntdata"/><Relationship Id="rId31" Type="http://schemas.openxmlformats.org/officeDocument/2006/relationships/font" Target="fonts/Raleway-boldItalic.fntdata"/><Relationship Id="rId32" Type="http://schemas.openxmlformats.org/officeDocument/2006/relationships/font" Target="fonts/Lato-regular.fntdata"/><Relationship Id="rId33" Type="http://schemas.openxmlformats.org/officeDocument/2006/relationships/font" Target="fonts/Lato-bold.fntdata"/><Relationship Id="rId34" Type="http://schemas.openxmlformats.org/officeDocument/2006/relationships/font" Target="fonts/Lato-italic.fntdata"/><Relationship Id="rId35" Type="http://schemas.openxmlformats.org/officeDocument/2006/relationships/font" Target="fonts/La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
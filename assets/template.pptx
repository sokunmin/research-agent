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/>
  <p:sldSz cy="9753600" cx="13004800"/>
  <p:notesSz cx="6858000" cy="9144000"/>
  <p:embeddedFontLst>
    <p:embeddedFont>
      <p:font typeface="Helvetica Neue Light"/>
      <p:regular r:id="rId10"/>
      <p:bold r:id="rId11"/>
      <p:italic r:id="rId12"/>
      <p:boldItalic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072">
          <p15:clr>
            <a:srgbClr val="A4A3A4"/>
          </p15:clr>
        </p15:guide>
        <p15:guide id="2" pos="4096">
          <p15:clr>
            <a:srgbClr val="A4A3A4"/>
          </p15:clr>
        </p15:guide>
      </p15:sldGuideLst>
    </p:ext>
    <p:ext uri="GoogleSlidesCustomDataVersion2">
      <go:slidesCustomData xmlns:go="http://customooxmlschemas.google.com/" r:id="rId14" roundtripDataSignature="AMtx7mh1Gt6rEv5Jfi28fsQXbnRQ2ViA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072" orient="horz"/>
        <p:guide pos="409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0" Type="http://schemas.openxmlformats.org/officeDocument/2006/relationships/font" Target="fonts/HelveticaNeueLight-regular.fntdata"/><Relationship Id="rId11" Type="http://schemas.openxmlformats.org/officeDocument/2006/relationships/font" Target="fonts/HelveticaNeueLight-bold.fntdata"/><Relationship Id="rId12" Type="http://schemas.openxmlformats.org/officeDocument/2006/relationships/font" Target="fonts/HelveticaNeueLight-italic.fntdata"/><Relationship Id="rId13" Type="http://schemas.openxmlformats.org/officeDocument/2006/relationships/font" Target="fonts/HelveticaNeueLight-boldItalic.fntdata"/><Relationship Id="rId14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6pPr>
            <a:lvl7pPr indent="-228600" lvl="6" marL="3200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7pPr>
            <a:lvl8pPr indent="-228600" lvl="7" marL="3657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8pPr>
            <a:lvl9pPr indent="-228600" lvl="8" marL="4114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副標題" type="title">
  <p:cSld name="TITLE_SLID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6"/>
          <p:cNvSpPr txBox="1"/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Helvetica Neue Light"/>
              <a:buNone/>
              <a:defRPr sz="8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1" name="Google Shape;11;p36"/>
          <p:cNvSpPr txBox="1"/>
          <p:nvPr>
            <p:ph idx="1" type="body"/>
          </p:nvPr>
        </p:nvSpPr>
        <p:spPr>
          <a:xfrm>
            <a:off x="1270000" y="50292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12" name="Google Shape;12;p36"/>
          <p:cNvGrpSpPr/>
          <p:nvPr/>
        </p:nvGrpSpPr>
        <p:grpSpPr>
          <a:xfrm>
            <a:off x="22894" y="8699500"/>
            <a:ext cx="12959013" cy="193428"/>
            <a:chOff x="0" y="0"/>
            <a:chExt cx="12959011" cy="193427"/>
          </a:xfrm>
        </p:grpSpPr>
        <p:sp>
          <p:nvSpPr>
            <p:cNvPr id="13" name="Google Shape;13;p36"/>
            <p:cNvSpPr/>
            <p:nvPr/>
          </p:nvSpPr>
          <p:spPr>
            <a:xfrm>
              <a:off x="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4" name="Google Shape;14;p36"/>
            <p:cNvSpPr/>
            <p:nvPr/>
          </p:nvSpPr>
          <p:spPr>
            <a:xfrm>
              <a:off x="18542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5" name="Google Shape;15;p36"/>
            <p:cNvSpPr/>
            <p:nvPr/>
          </p:nvSpPr>
          <p:spPr>
            <a:xfrm>
              <a:off x="37084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6" name="Google Shape;16;p36"/>
            <p:cNvSpPr/>
            <p:nvPr/>
          </p:nvSpPr>
          <p:spPr>
            <a:xfrm>
              <a:off x="5562600" y="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7" name="Google Shape;17;p36"/>
            <p:cNvSpPr/>
            <p:nvPr/>
          </p:nvSpPr>
          <p:spPr>
            <a:xfrm>
              <a:off x="7416800" y="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8" name="Google Shape;18;p36"/>
            <p:cNvSpPr/>
            <p:nvPr/>
          </p:nvSpPr>
          <p:spPr>
            <a:xfrm>
              <a:off x="9271000" y="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19" name="Google Shape;19;p36"/>
            <p:cNvSpPr/>
            <p:nvPr/>
          </p:nvSpPr>
          <p:spPr>
            <a:xfrm>
              <a:off x="11125200" y="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20" name="Google Shape;20;p36"/>
          <p:cNvSpPr/>
          <p:nvPr/>
        </p:nvSpPr>
        <p:spPr>
          <a:xfrm>
            <a:off x="0" y="8907363"/>
            <a:ext cx="13004801" cy="846634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38100" rotWithShape="0" dir="5400000" dist="25400">
              <a:srgbClr val="000000">
                <a:alpha val="50196"/>
              </a:srgbClr>
            </a:outerShdw>
          </a:effectLst>
        </p:spPr>
        <p:txBody>
          <a:bodyPr anchorCtr="0" anchor="ctr" bIns="50800" lIns="50800" spcFirstLastPara="1" rIns="50800" wrap="square" tIns="50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Helvetica Neue Light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21" name="Google Shape;21;p3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與項目符號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37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24" name="Google Shape;24;p37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5" name="Google Shape;25;p37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6" name="Google Shape;26;p37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7" name="Google Shape;27;p37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8" name="Google Shape;28;p37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29" name="Google Shape;29;p37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0" name="Google Shape;30;p37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31" name="Google Shape;31;p37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32" name="Google Shape;32;p37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33" name="Google Shape;33;p37"/>
          <p:cNvSpPr txBox="1"/>
          <p:nvPr>
            <p:ph type="title"/>
          </p:nvPr>
        </p:nvSpPr>
        <p:spPr>
          <a:xfrm>
            <a:off x="508000" y="-12700"/>
            <a:ext cx="12536185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3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" name="Google Shape;35;p37"/>
          <p:cNvSpPr txBox="1"/>
          <p:nvPr/>
        </p:nvSpPr>
        <p:spPr>
          <a:xfrm>
            <a:off x="6680302" y="9251950"/>
            <a:ext cx="510207" cy="379591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/ 34</a:t>
            </a:r>
            <a:endParaRPr b="0" i="0" sz="1800" u="none" cap="none" strike="noStrike">
              <a:solidFill>
                <a:srgbClr val="000000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名言語錄">
  <p:cSld name="QUOTE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38"/>
          <p:cNvGrpSpPr/>
          <p:nvPr/>
        </p:nvGrpSpPr>
        <p:grpSpPr>
          <a:xfrm>
            <a:off x="0" y="3237036"/>
            <a:ext cx="13004800" cy="2758830"/>
            <a:chOff x="0" y="0"/>
            <a:chExt cx="13004800" cy="2758828"/>
          </a:xfrm>
        </p:grpSpPr>
        <p:grpSp>
          <p:nvGrpSpPr>
            <p:cNvPr id="38" name="Google Shape;38;p38"/>
            <p:cNvGrpSpPr/>
            <p:nvPr/>
          </p:nvGrpSpPr>
          <p:grpSpPr>
            <a:xfrm>
              <a:off x="25400" y="2565400"/>
              <a:ext cx="12959012" cy="193428"/>
              <a:chOff x="0" y="0"/>
              <a:chExt cx="12959011" cy="193427"/>
            </a:xfrm>
          </p:grpSpPr>
          <p:sp>
            <p:nvSpPr>
              <p:cNvPr id="39" name="Google Shape;39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0" name="Google Shape;40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1" name="Google Shape;41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2" name="Google Shape;42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3" name="Google Shape;43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4" name="Google Shape;44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5" name="Google Shape;45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  <p:sp>
          <p:nvSpPr>
            <p:cNvPr id="46" name="Google Shape;46;p38"/>
            <p:cNvSpPr/>
            <p:nvPr/>
          </p:nvSpPr>
          <p:spPr>
            <a:xfrm>
              <a:off x="0" y="207069"/>
              <a:ext cx="13004800" cy="2346028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grpSp>
          <p:nvGrpSpPr>
            <p:cNvPr id="47" name="Google Shape;47;p38"/>
            <p:cNvGrpSpPr/>
            <p:nvPr/>
          </p:nvGrpSpPr>
          <p:grpSpPr>
            <a:xfrm>
              <a:off x="22894" y="0"/>
              <a:ext cx="12959013" cy="193428"/>
              <a:chOff x="0" y="0"/>
              <a:chExt cx="12959011" cy="193427"/>
            </a:xfrm>
          </p:grpSpPr>
          <p:sp>
            <p:nvSpPr>
              <p:cNvPr id="48" name="Google Shape;48;p38"/>
              <p:cNvSpPr/>
              <p:nvPr/>
            </p:nvSpPr>
            <p:spPr>
              <a:xfrm>
                <a:off x="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49" name="Google Shape;49;p38"/>
              <p:cNvSpPr/>
              <p:nvPr/>
            </p:nvSpPr>
            <p:spPr>
              <a:xfrm>
                <a:off x="18542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0" name="Google Shape;50;p38"/>
              <p:cNvSpPr/>
              <p:nvPr/>
            </p:nvSpPr>
            <p:spPr>
              <a:xfrm>
                <a:off x="37084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1" name="Google Shape;51;p38"/>
              <p:cNvSpPr/>
              <p:nvPr/>
            </p:nvSpPr>
            <p:spPr>
              <a:xfrm>
                <a:off x="5562600" y="0"/>
                <a:ext cx="1833811" cy="193427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2" name="Google Shape;52;p38"/>
              <p:cNvSpPr/>
              <p:nvPr/>
            </p:nvSpPr>
            <p:spPr>
              <a:xfrm>
                <a:off x="7416800" y="0"/>
                <a:ext cx="1833811" cy="193427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3" name="Google Shape;53;p38"/>
              <p:cNvSpPr/>
              <p:nvPr/>
            </p:nvSpPr>
            <p:spPr>
              <a:xfrm>
                <a:off x="9271000" y="0"/>
                <a:ext cx="1833811" cy="193427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  <p:sp>
            <p:nvSpPr>
              <p:cNvPr id="54" name="Google Shape;54;p38"/>
              <p:cNvSpPr/>
              <p:nvPr/>
            </p:nvSpPr>
            <p:spPr>
              <a:xfrm>
                <a:off x="11125200" y="0"/>
                <a:ext cx="1833811" cy="193427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tile algn="tl" flip="none" tx="0" sx="100000" ty="0" sy="100000"/>
              </a:blipFill>
              <a:ln>
                <a:noFill/>
              </a:ln>
              <a:effectLst>
                <a:outerShdw blurRad="38100" rotWithShape="0" dir="5400000" dist="25400">
                  <a:srgbClr val="000000">
                    <a:alpha val="50196"/>
                  </a:srgbClr>
                </a:outerShdw>
              </a:effectLst>
            </p:spPr>
            <p:txBody>
              <a:bodyPr anchorCtr="0" anchor="ctr" bIns="50800" lIns="50800" spcFirstLastPara="1" rIns="50800" wrap="square" tIns="50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3600"/>
                  <a:buFont typeface="Helvetica Neue Light"/>
                  <a:buNone/>
                </a:pPr>
                <a:r>
                  <a:t/>
                </a:r>
                <a:endParaRPr b="0" i="0" sz="3600" u="none" cap="none" strike="noStrike">
                  <a:solidFill>
                    <a:srgbClr val="000000"/>
                  </a:solidFill>
                  <a:latin typeface="Helvetica Neue Light"/>
                  <a:ea typeface="Helvetica Neue Light"/>
                  <a:cs typeface="Helvetica Neue Light"/>
                  <a:sym typeface="Helvetica Neue Light"/>
                </a:endParaRPr>
              </a:p>
            </p:txBody>
          </p:sp>
        </p:grpSp>
      </p:grpSp>
      <p:sp>
        <p:nvSpPr>
          <p:cNvPr id="55" name="Google Shape;55;p38"/>
          <p:cNvSpPr txBox="1"/>
          <p:nvPr>
            <p:ph idx="1" type="body"/>
          </p:nvPr>
        </p:nvSpPr>
        <p:spPr>
          <a:xfrm>
            <a:off x="1270000" y="6362700"/>
            <a:ext cx="10464800" cy="4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/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6" name="Google Shape;56;p38"/>
          <p:cNvSpPr txBox="1"/>
          <p:nvPr>
            <p:ph idx="2" type="body"/>
          </p:nvPr>
        </p:nvSpPr>
        <p:spPr>
          <a:xfrm>
            <a:off x="1270000" y="4267200"/>
            <a:ext cx="1046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sp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Helvetica Neue Light"/>
              <a:buNone/>
              <a:defRPr sz="3800">
                <a:solidFill>
                  <a:srgbClr val="FFFFFF"/>
                </a:solidFill>
              </a:defRPr>
            </a:lvl1pPr>
            <a:lvl2pPr indent="-314325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2pPr>
            <a:lvl3pPr indent="-314325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3pPr>
            <a:lvl4pPr indent="-314325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4pPr>
            <a:lvl5pPr indent="-314325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57" name="Google Shape;57;p38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水平">
  <p:cSld name="PHOTO_LANDSCAPE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9"/>
          <p:cNvSpPr/>
          <p:nvPr>
            <p:ph idx="2" type="pic"/>
          </p:nvPr>
        </p:nvSpPr>
        <p:spPr>
          <a:xfrm>
            <a:off x="1606550" y="635000"/>
            <a:ext cx="9779000" cy="5918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39"/>
          <p:cNvSpPr txBox="1"/>
          <p:nvPr>
            <p:ph type="title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1" name="Google Shape;61;p39"/>
          <p:cNvSpPr txBox="1"/>
          <p:nvPr>
            <p:ph idx="1" type="body"/>
          </p:nvPr>
        </p:nvSpPr>
        <p:spPr>
          <a:xfrm>
            <a:off x="1270000" y="8191500"/>
            <a:ext cx="10464800" cy="1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Helvetica Neue Light"/>
              <a:buNone/>
              <a:defRPr sz="3200"/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62" name="Google Shape;62;p39"/>
          <p:cNvSpPr txBox="1"/>
          <p:nvPr>
            <p:ph idx="12" type="sldNum"/>
          </p:nvPr>
        </p:nvSpPr>
        <p:spPr>
          <a:xfrm>
            <a:off x="6311798" y="924560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中央">
  <p:cSld name="SECTION_HEADER_CENT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0"/>
          <p:cNvSpPr txBox="1"/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Times New Roman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5" name="Google Shape;65;p40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直式">
  <p:cSld name="PHOTO_PORTRAI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1"/>
          <p:cNvSpPr/>
          <p:nvPr>
            <p:ph idx="2" type="pic"/>
          </p:nvPr>
        </p:nvSpPr>
        <p:spPr>
          <a:xfrm>
            <a:off x="6718300" y="635000"/>
            <a:ext cx="5334000" cy="82296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1"/>
          <p:cNvSpPr txBox="1"/>
          <p:nvPr>
            <p:ph type="title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69" name="Google Shape;69;p41"/>
          <p:cNvSpPr txBox="1"/>
          <p:nvPr>
            <p:ph idx="1" type="body"/>
          </p:nvPr>
        </p:nvSpPr>
        <p:spPr>
          <a:xfrm>
            <a:off x="952500" y="4762500"/>
            <a:ext cx="5334000" cy="410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228600" lvl="2" marL="1371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228600" lvl="3" marL="18288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228600" lvl="4" marL="22860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Times New Roman"/>
              <a:buNone/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70" name="Google Shape;70;p41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 - 上方">
  <p:cSld name="SECTION_HEADER_TOP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2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73" name="Google Shape;73;p42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、項目符號與照片">
  <p:cSld name="CONTENT_WITH_PHOTO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oogle Shape;75;p43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76" name="Google Shape;76;p43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7" name="Google Shape;77;p43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8" name="Google Shape;78;p43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79" name="Google Shape;79;p43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0" name="Google Shape;80;p43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1" name="Google Shape;81;p43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2" name="Google Shape;82;p43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83" name="Google Shape;83;p43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84" name="Google Shape;84;p43"/>
          <p:cNvSpPr/>
          <p:nvPr>
            <p:ph idx="2" type="pic"/>
          </p:nvPr>
        </p:nvSpPr>
        <p:spPr>
          <a:xfrm>
            <a:off x="6718300" y="2603500"/>
            <a:ext cx="5334000" cy="6286500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43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86" name="Google Shape;86;p43"/>
          <p:cNvSpPr txBox="1"/>
          <p:nvPr>
            <p:ph idx="1" type="body"/>
          </p:nvPr>
        </p:nvSpPr>
        <p:spPr>
          <a:xfrm>
            <a:off x="952500" y="2603500"/>
            <a:ext cx="53340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61950" lvl="1" marL="9144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61950" lvl="2" marL="13716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61950" lvl="3" marL="18288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61950" lvl="4" marL="2286000" algn="l">
              <a:lnSpc>
                <a:spcPct val="100000"/>
              </a:lnSpc>
              <a:spcBef>
                <a:spcPts val="32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Times New Roman"/>
              <a:buChar char="•"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sp>
        <p:nvSpPr>
          <p:cNvPr id="87" name="Google Shape;87;p43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項目符號">
  <p:cSld name="BULLET_LIS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44"/>
          <p:cNvSpPr txBox="1"/>
          <p:nvPr>
            <p:ph idx="1" type="body"/>
          </p:nvPr>
        </p:nvSpPr>
        <p:spPr>
          <a:xfrm>
            <a:off x="952500" y="1648857"/>
            <a:ext cx="11099800" cy="721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400050" lvl="1" marL="914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400050" lvl="2" marL="1371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400050" lvl="3" marL="1828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400050" lvl="4" marL="22860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Char char="•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14325" lvl="5" marL="27432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6pPr>
            <a:lvl7pPr indent="-314325" lvl="6" marL="32004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7pPr>
            <a:lvl8pPr indent="-314325" lvl="7" marL="36576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8pPr>
            <a:lvl9pPr indent="-314325" lvl="8" marL="411480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1350"/>
              <a:buChar char="•"/>
              <a:defRPr/>
            </a:lvl9pPr>
          </a:lstStyle>
          <a:p/>
        </p:txBody>
      </p:sp>
      <p:grpSp>
        <p:nvGrpSpPr>
          <p:cNvPr id="90" name="Google Shape;90;p44"/>
          <p:cNvGrpSpPr/>
          <p:nvPr/>
        </p:nvGrpSpPr>
        <p:grpSpPr>
          <a:xfrm>
            <a:off x="0" y="0"/>
            <a:ext cx="13004800" cy="1704728"/>
            <a:chOff x="0" y="0"/>
            <a:chExt cx="13004800" cy="1704727"/>
          </a:xfrm>
        </p:grpSpPr>
        <p:sp>
          <p:nvSpPr>
            <p:cNvPr id="91" name="Google Shape;91;p44"/>
            <p:cNvSpPr/>
            <p:nvPr/>
          </p:nvSpPr>
          <p:spPr>
            <a:xfrm>
              <a:off x="254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2" name="Google Shape;92;p44"/>
            <p:cNvSpPr/>
            <p:nvPr/>
          </p:nvSpPr>
          <p:spPr>
            <a:xfrm>
              <a:off x="18796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3" name="Google Shape;93;p44"/>
            <p:cNvSpPr/>
            <p:nvPr/>
          </p:nvSpPr>
          <p:spPr>
            <a:xfrm>
              <a:off x="37338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4" name="Google Shape;94;p44"/>
            <p:cNvSpPr/>
            <p:nvPr/>
          </p:nvSpPr>
          <p:spPr>
            <a:xfrm>
              <a:off x="5588000" y="1511300"/>
              <a:ext cx="1833811" cy="193427"/>
            </a:xfrm>
            <a:prstGeom prst="rect">
              <a:avLst/>
            </a:prstGeom>
            <a:blipFill rotWithShape="1">
              <a:blip r:embed="rId5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5" name="Google Shape;95;p44"/>
            <p:cNvSpPr/>
            <p:nvPr/>
          </p:nvSpPr>
          <p:spPr>
            <a:xfrm>
              <a:off x="7442200" y="1511300"/>
              <a:ext cx="1833811" cy="193427"/>
            </a:xfrm>
            <a:prstGeom prst="rect">
              <a:avLst/>
            </a:prstGeom>
            <a:blipFill rotWithShape="1">
              <a:blip r:embed="rId2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6" name="Google Shape;96;p44"/>
            <p:cNvSpPr/>
            <p:nvPr/>
          </p:nvSpPr>
          <p:spPr>
            <a:xfrm>
              <a:off x="9296400" y="1511300"/>
              <a:ext cx="1833811" cy="193427"/>
            </a:xfrm>
            <a:prstGeom prst="rect">
              <a:avLst/>
            </a:prstGeom>
            <a:blipFill rotWithShape="1">
              <a:blip r:embed="rId3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7" name="Google Shape;97;p44"/>
            <p:cNvSpPr/>
            <p:nvPr/>
          </p:nvSpPr>
          <p:spPr>
            <a:xfrm>
              <a:off x="11150600" y="1511300"/>
              <a:ext cx="1833811" cy="193427"/>
            </a:xfrm>
            <a:prstGeom prst="rect">
              <a:avLst/>
            </a:prstGeom>
            <a:blipFill rotWithShape="1">
              <a:blip r:embed="rId4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  <p:sp>
          <p:nvSpPr>
            <p:cNvPr id="98" name="Google Shape;98;p44"/>
            <p:cNvSpPr/>
            <p:nvPr/>
          </p:nvSpPr>
          <p:spPr>
            <a:xfrm>
              <a:off x="0" y="0"/>
              <a:ext cx="13004800" cy="1498997"/>
            </a:xfrm>
            <a:prstGeom prst="rect">
              <a:avLst/>
            </a:prstGeom>
            <a:blipFill rotWithShape="1">
              <a:blip r:embed="rId6">
                <a:alphaModFix/>
              </a:blip>
              <a:tile algn="tl" flip="none" tx="0" sx="100000" ty="0" sy="100000"/>
            </a:blipFill>
            <a:ln>
              <a:noFill/>
            </a:ln>
            <a:effectLst>
              <a:outerShdw blurRad="38100" rotWithShape="0" dir="5400000" dist="25400">
                <a:srgbClr val="000000">
                  <a:alpha val="50196"/>
                </a:srgbClr>
              </a:outerShdw>
            </a:effectLst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600"/>
                <a:buFont typeface="Helvetica Neue Light"/>
                <a:buNone/>
              </a:pPr>
              <a:r>
                <a:t/>
              </a:r>
              <a:endPara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endParaRPr>
            </a:p>
          </p:txBody>
        </p:sp>
      </p:grpSp>
      <p:sp>
        <p:nvSpPr>
          <p:cNvPr id="99" name="Google Shape;99;p44"/>
          <p:cNvSpPr txBox="1"/>
          <p:nvPr>
            <p:ph type="title"/>
          </p:nvPr>
        </p:nvSpPr>
        <p:spPr>
          <a:xfrm>
            <a:off x="508000" y="-12700"/>
            <a:ext cx="11099800" cy="1524397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800"/>
              <a:buFont typeface="Times New Roman"/>
              <a:buNone/>
              <a:defRPr sz="5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00" name="Google Shape;100;p44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 - 一頁三張">
  <p:cSld name="THREE_PHOTO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5"/>
          <p:cNvSpPr/>
          <p:nvPr>
            <p:ph idx="2" type="pic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45"/>
          <p:cNvSpPr/>
          <p:nvPr>
            <p:ph idx="3" type="pic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45"/>
          <p:cNvSpPr/>
          <p:nvPr>
            <p:ph idx="4" type="pic"/>
          </p:nvPr>
        </p:nvSpPr>
        <p:spPr>
          <a:xfrm>
            <a:off x="6724518" y="889000"/>
            <a:ext cx="5334001" cy="37719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4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照片">
  <p:cSld name="FULL_PHOTO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6"/>
          <p:cNvSpPr/>
          <p:nvPr>
            <p:ph idx="2" type="pic"/>
          </p:nvPr>
        </p:nvSpPr>
        <p:spPr>
          <a:xfrm>
            <a:off x="0" y="0"/>
            <a:ext cx="12999418" cy="97536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46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>
  <p:cSld name="BLANK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7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sz="1800"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5"/>
          <p:cNvSpPr txBox="1"/>
          <p:nvPr>
            <p:ph type="title"/>
          </p:nvPr>
        </p:nvSpPr>
        <p:spPr>
          <a:xfrm>
            <a:off x="512911" y="0"/>
            <a:ext cx="11107589" cy="215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Times New Roman"/>
              <a:buNone/>
              <a:defRPr b="0" i="0" sz="6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7" name="Google Shape;7;p35"/>
          <p:cNvSpPr txBox="1"/>
          <p:nvPr>
            <p:ph idx="1" type="body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800" lIns="50800" spcFirstLastPara="1" rIns="50800" wrap="square" tIns="50800">
            <a:normAutofit/>
          </a:bodyPr>
          <a:lstStyle>
            <a:lvl1pPr indent="-400050" lvl="0" marL="457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400050" lvl="1" marL="914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400050" lvl="2" marL="1371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400050" lvl="3" marL="1828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400050" lvl="4" marL="22860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400050" lvl="5" marL="27432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400050" lvl="6" marL="32004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400050" lvl="7" marL="36576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400050" lvl="8" marL="4114800" marR="0" rtl="0" algn="l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Helvetica Neue Light"/>
              <a:buChar char="•"/>
              <a:defRPr b="0" i="0" sz="36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8" name="Google Shape;8;p35"/>
          <p:cNvSpPr txBox="1"/>
          <p:nvPr>
            <p:ph idx="12" type="sldNum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Helvetica Neue Light"/>
              <a:buNone/>
              <a:defRPr b="0" i="0" sz="18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
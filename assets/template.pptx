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/>
  <p:sldSz cy="9753600" cx="13004800"/>
  <p:notesSz cx="6858000" cy="9144000"/>
  <p:embeddedFontLst>
    <p:embeddedFont>
      <p:font typeface="Helvetica Neue Ligh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h1Gt6rEv5Jfi28fsQXbnRQ2ViA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72" orient="horz"/>
        <p:guide pos="4096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" Type="http://schemas.openxmlformats.org/officeDocument/2006/relationships/font" Target="fonts/HelveticaNeueLight-regular.fntdata"/><Relationship Id="rId11" Type="http://schemas.openxmlformats.org/officeDocument/2006/relationships/font" Target="fonts/HelveticaNeueLight-bold.fntdata"/><Relationship Id="rId12" Type="http://schemas.openxmlformats.org/officeDocument/2006/relationships/font" Target="fonts/HelveticaNeueLight-italic.fntdata"/><Relationship Id="rId13" Type="http://schemas.openxmlformats.org/officeDocument/2006/relationships/font" Target="fonts/HelveticaNeueLight-boldItalic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5pPr>
            <a:lvl6pPr indent="-228600" lvl="5" marL="2743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6pPr>
            <a:lvl7pPr indent="-228600" lvl="6" marL="3200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7pPr>
            <a:lvl8pPr indent="-228600" lvl="7" marL="3657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8pPr>
            <a:lvl9pPr indent="-228600" lvl="8" marL="4114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副標題" type="title">
  <p:cSld name="TITLE_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grpSp>
        <p:nvGrpSpPr>
          <p:cNvPr id="12" name="Google Shape;12;p36"/>
          <p:cNvGrpSpPr/>
          <p:nvPr/>
        </p:nvGrpSpPr>
        <p:grpSpPr>
          <a:xfrm>
            <a:off x="22894" y="8699500"/>
            <a:ext cx="12959013" cy="193428"/>
            <a:chOff x="0" y="0"/>
            <a:chExt cx="12959011" cy="193427"/>
          </a:xfrm>
        </p:grpSpPr>
        <p:sp>
          <p:nvSpPr>
            <p:cNvPr id="13" name="Google Shape;13;p36"/>
            <p:cNvSpPr/>
            <p:nvPr/>
          </p:nvSpPr>
          <p:spPr>
            <a:xfrm>
              <a:off x="0" y="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4" name="Google Shape;14;p36"/>
            <p:cNvSpPr/>
            <p:nvPr/>
          </p:nvSpPr>
          <p:spPr>
            <a:xfrm>
              <a:off x="1854200" y="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5" name="Google Shape;15;p36"/>
            <p:cNvSpPr/>
            <p:nvPr/>
          </p:nvSpPr>
          <p:spPr>
            <a:xfrm>
              <a:off x="3708400" y="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6" name="Google Shape;16;p36"/>
            <p:cNvSpPr/>
            <p:nvPr/>
          </p:nvSpPr>
          <p:spPr>
            <a:xfrm>
              <a:off x="5562600" y="0"/>
              <a:ext cx="1833811" cy="193427"/>
            </a:xfrm>
            <a:prstGeom prst="rect">
              <a:avLst/>
            </a:prstGeom>
            <a:blipFill rotWithShape="1">
              <a:blip r:embed="rId5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7" name="Google Shape;17;p36"/>
            <p:cNvSpPr/>
            <p:nvPr/>
          </p:nvSpPr>
          <p:spPr>
            <a:xfrm>
              <a:off x="7416800" y="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8" name="Google Shape;18;p36"/>
            <p:cNvSpPr/>
            <p:nvPr/>
          </p:nvSpPr>
          <p:spPr>
            <a:xfrm>
              <a:off x="9271000" y="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9" name="Google Shape;19;p36"/>
            <p:cNvSpPr/>
            <p:nvPr/>
          </p:nvSpPr>
          <p:spPr>
            <a:xfrm>
              <a:off x="11125200" y="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20" name="Google Shape;20;p36"/>
          <p:cNvSpPr/>
          <p:nvPr/>
        </p:nvSpPr>
        <p:spPr>
          <a:xfrm>
            <a:off x="0" y="8907363"/>
            <a:ext cx="13004801" cy="84663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38100" rotWithShape="0" dir="5400000" dist="25400">
              <a:srgbClr val="000000">
                <a:alpha val="50196"/>
              </a:srgbClr>
            </a:outerShdw>
          </a:effectLst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 Ligh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" name="Google Shape;21;p36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項目符號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7"/>
          <p:cNvGrpSpPr/>
          <p:nvPr/>
        </p:nvGrpSpPr>
        <p:grpSpPr>
          <a:xfrm>
            <a:off x="0" y="0"/>
            <a:ext cx="13004800" cy="1704728"/>
            <a:chOff x="0" y="0"/>
            <a:chExt cx="13004800" cy="1704727"/>
          </a:xfrm>
        </p:grpSpPr>
        <p:sp>
          <p:nvSpPr>
            <p:cNvPr id="24" name="Google Shape;24;p37"/>
            <p:cNvSpPr/>
            <p:nvPr/>
          </p:nvSpPr>
          <p:spPr>
            <a:xfrm>
              <a:off x="25400" y="151130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5" name="Google Shape;25;p37"/>
            <p:cNvSpPr/>
            <p:nvPr/>
          </p:nvSpPr>
          <p:spPr>
            <a:xfrm>
              <a:off x="1879600" y="151130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6" name="Google Shape;26;p37"/>
            <p:cNvSpPr/>
            <p:nvPr/>
          </p:nvSpPr>
          <p:spPr>
            <a:xfrm>
              <a:off x="3733800" y="151130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7" name="Google Shape;27;p37"/>
            <p:cNvSpPr/>
            <p:nvPr/>
          </p:nvSpPr>
          <p:spPr>
            <a:xfrm>
              <a:off x="5588000" y="1511300"/>
              <a:ext cx="1833811" cy="193427"/>
            </a:xfrm>
            <a:prstGeom prst="rect">
              <a:avLst/>
            </a:prstGeom>
            <a:blipFill rotWithShape="1">
              <a:blip r:embed="rId5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8" name="Google Shape;28;p37"/>
            <p:cNvSpPr/>
            <p:nvPr/>
          </p:nvSpPr>
          <p:spPr>
            <a:xfrm>
              <a:off x="7442200" y="151130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9" name="Google Shape;29;p37"/>
            <p:cNvSpPr/>
            <p:nvPr/>
          </p:nvSpPr>
          <p:spPr>
            <a:xfrm>
              <a:off x="9296400" y="151130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0" name="Google Shape;30;p37"/>
            <p:cNvSpPr/>
            <p:nvPr/>
          </p:nvSpPr>
          <p:spPr>
            <a:xfrm>
              <a:off x="11150600" y="151130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1" name="Google Shape;31;p37"/>
            <p:cNvSpPr/>
            <p:nvPr/>
          </p:nvSpPr>
          <p:spPr>
            <a:xfrm>
              <a:off x="0" y="0"/>
              <a:ext cx="13004800" cy="1498997"/>
            </a:xfrm>
            <a:prstGeom prst="rect">
              <a:avLst/>
            </a:prstGeom>
            <a:blipFill rotWithShape="1">
              <a:blip r:embed="rId6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32" name="Google Shape;32;p37"/>
          <p:cNvSpPr txBox="1"/>
          <p:nvPr>
            <p:ph idx="1" type="body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00050" lvl="0" marL="457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0050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0050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0050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0050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type="title"/>
          </p:nvPr>
        </p:nvSpPr>
        <p:spPr>
          <a:xfrm>
            <a:off x="508000" y="-12700"/>
            <a:ext cx="12536185" cy="1524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Times New Roman"/>
              <a:buNone/>
              <a:defRPr sz="5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37"/>
          <p:cNvSpPr txBox="1"/>
          <p:nvPr/>
        </p:nvSpPr>
        <p:spPr>
          <a:xfrm>
            <a:off x="6680302" y="9251950"/>
            <a:ext cx="510207" cy="37959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/ 34</a:t>
            </a:r>
            <a:endParaRPr b="0" i="0" sz="18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言語錄">
  <p:cSld name="QUOT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38"/>
          <p:cNvGrpSpPr/>
          <p:nvPr/>
        </p:nvGrpSpPr>
        <p:grpSpPr>
          <a:xfrm>
            <a:off x="0" y="3237036"/>
            <a:ext cx="13004800" cy="2758830"/>
            <a:chOff x="0" y="0"/>
            <a:chExt cx="13004800" cy="2758828"/>
          </a:xfrm>
        </p:grpSpPr>
        <p:grpSp>
          <p:nvGrpSpPr>
            <p:cNvPr id="38" name="Google Shape;38;p38"/>
            <p:cNvGrpSpPr/>
            <p:nvPr/>
          </p:nvGrpSpPr>
          <p:grpSpPr>
            <a:xfrm>
              <a:off x="25400" y="2565400"/>
              <a:ext cx="12959012" cy="193428"/>
              <a:chOff x="0" y="0"/>
              <a:chExt cx="12959011" cy="193427"/>
            </a:xfrm>
          </p:grpSpPr>
          <p:sp>
            <p:nvSpPr>
              <p:cNvPr id="39" name="Google Shape;39;p38"/>
              <p:cNvSpPr/>
              <p:nvPr/>
            </p:nvSpPr>
            <p:spPr>
              <a:xfrm>
                <a:off x="0" y="0"/>
                <a:ext cx="1833811" cy="193427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40" name="Google Shape;40;p38"/>
              <p:cNvSpPr/>
              <p:nvPr/>
            </p:nvSpPr>
            <p:spPr>
              <a:xfrm>
                <a:off x="1854200" y="0"/>
                <a:ext cx="1833811" cy="193427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41" name="Google Shape;41;p38"/>
              <p:cNvSpPr/>
              <p:nvPr/>
            </p:nvSpPr>
            <p:spPr>
              <a:xfrm>
                <a:off x="3708400" y="0"/>
                <a:ext cx="1833811" cy="193427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42" name="Google Shape;42;p38"/>
              <p:cNvSpPr/>
              <p:nvPr/>
            </p:nvSpPr>
            <p:spPr>
              <a:xfrm>
                <a:off x="5562600" y="0"/>
                <a:ext cx="1833811" cy="193427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43" name="Google Shape;43;p38"/>
              <p:cNvSpPr/>
              <p:nvPr/>
            </p:nvSpPr>
            <p:spPr>
              <a:xfrm>
                <a:off x="7416800" y="0"/>
                <a:ext cx="1833811" cy="193427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44" name="Google Shape;44;p38"/>
              <p:cNvSpPr/>
              <p:nvPr/>
            </p:nvSpPr>
            <p:spPr>
              <a:xfrm>
                <a:off x="9271000" y="0"/>
                <a:ext cx="1833811" cy="193427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45" name="Google Shape;45;p38"/>
              <p:cNvSpPr/>
              <p:nvPr/>
            </p:nvSpPr>
            <p:spPr>
              <a:xfrm>
                <a:off x="11125200" y="0"/>
                <a:ext cx="1833811" cy="193427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</p:grpSp>
        <p:sp>
          <p:nvSpPr>
            <p:cNvPr id="46" name="Google Shape;46;p38"/>
            <p:cNvSpPr/>
            <p:nvPr/>
          </p:nvSpPr>
          <p:spPr>
            <a:xfrm>
              <a:off x="0" y="207069"/>
              <a:ext cx="13004800" cy="2346028"/>
            </a:xfrm>
            <a:prstGeom prst="rect">
              <a:avLst/>
            </a:prstGeom>
            <a:blipFill rotWithShape="1">
              <a:blip r:embed="rId6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grpSp>
          <p:nvGrpSpPr>
            <p:cNvPr id="47" name="Google Shape;47;p38"/>
            <p:cNvGrpSpPr/>
            <p:nvPr/>
          </p:nvGrpSpPr>
          <p:grpSpPr>
            <a:xfrm>
              <a:off x="22894" y="0"/>
              <a:ext cx="12959013" cy="193428"/>
              <a:chOff x="0" y="0"/>
              <a:chExt cx="12959011" cy="193427"/>
            </a:xfrm>
          </p:grpSpPr>
          <p:sp>
            <p:nvSpPr>
              <p:cNvPr id="48" name="Google Shape;48;p38"/>
              <p:cNvSpPr/>
              <p:nvPr/>
            </p:nvSpPr>
            <p:spPr>
              <a:xfrm>
                <a:off x="0" y="0"/>
                <a:ext cx="1833811" cy="193427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49" name="Google Shape;49;p38"/>
              <p:cNvSpPr/>
              <p:nvPr/>
            </p:nvSpPr>
            <p:spPr>
              <a:xfrm>
                <a:off x="1854200" y="0"/>
                <a:ext cx="1833811" cy="193427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50" name="Google Shape;50;p38"/>
              <p:cNvSpPr/>
              <p:nvPr/>
            </p:nvSpPr>
            <p:spPr>
              <a:xfrm>
                <a:off x="3708400" y="0"/>
                <a:ext cx="1833811" cy="193427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51" name="Google Shape;51;p38"/>
              <p:cNvSpPr/>
              <p:nvPr/>
            </p:nvSpPr>
            <p:spPr>
              <a:xfrm>
                <a:off x="5562600" y="0"/>
                <a:ext cx="1833811" cy="193427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52" name="Google Shape;52;p38"/>
              <p:cNvSpPr/>
              <p:nvPr/>
            </p:nvSpPr>
            <p:spPr>
              <a:xfrm>
                <a:off x="7416800" y="0"/>
                <a:ext cx="1833811" cy="193427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53" name="Google Shape;53;p38"/>
              <p:cNvSpPr/>
              <p:nvPr/>
            </p:nvSpPr>
            <p:spPr>
              <a:xfrm>
                <a:off x="9271000" y="0"/>
                <a:ext cx="1833811" cy="193427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54" name="Google Shape;54;p38"/>
              <p:cNvSpPr/>
              <p:nvPr/>
            </p:nvSpPr>
            <p:spPr>
              <a:xfrm>
                <a:off x="11125200" y="0"/>
                <a:ext cx="1833811" cy="193427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</p:grpSp>
      </p:grpSp>
      <p:sp>
        <p:nvSpPr>
          <p:cNvPr id="55" name="Google Shape;55;p38"/>
          <p:cNvSpPr txBox="1"/>
          <p:nvPr>
            <p:ph idx="1" type="body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/>
            </a:lvl1pPr>
            <a:lvl2pPr indent="-31432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2" type="body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Helvetica Neue Light"/>
              <a:buNone/>
              <a:defRPr sz="3800">
                <a:solidFill>
                  <a:srgbClr val="FFFFFF"/>
                </a:solidFill>
              </a:defRPr>
            </a:lvl1pPr>
            <a:lvl2pPr indent="-31432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照片 - 水平">
  <p:cSld name="PHOTO_LANDSCAP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/>
          <p:nvPr>
            <p:ph idx="2" type="pic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39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Times New Roman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39"/>
          <p:cNvSpPr txBox="1"/>
          <p:nvPr>
            <p:ph idx="1" type="body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62" name="Google Shape;62;p39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 - 中央">
  <p:cSld name="SECTION_HEADER_CENT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Times New Roman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40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照片 - 直式">
  <p:cSld name="PHOTO_PORTRAI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1"/>
          <p:cNvSpPr/>
          <p:nvPr>
            <p:ph idx="2" type="pic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9" name="Google Shape;69;p41"/>
          <p:cNvSpPr txBox="1"/>
          <p:nvPr>
            <p:ph idx="1" type="body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 - 上方">
  <p:cSld name="SECTION_HEADER_TOP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2"/>
          <p:cNvSpPr txBox="1"/>
          <p:nvPr>
            <p:ph type="title"/>
          </p:nvPr>
        </p:nvSpPr>
        <p:spPr>
          <a:xfrm>
            <a:off x="512911" y="0"/>
            <a:ext cx="11107589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、項目符號與照片">
  <p:cSld name="CONTENT_WITH_PHOTO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3"/>
          <p:cNvGrpSpPr/>
          <p:nvPr/>
        </p:nvGrpSpPr>
        <p:grpSpPr>
          <a:xfrm>
            <a:off x="0" y="0"/>
            <a:ext cx="13004800" cy="1704728"/>
            <a:chOff x="0" y="0"/>
            <a:chExt cx="13004800" cy="1704727"/>
          </a:xfrm>
        </p:grpSpPr>
        <p:sp>
          <p:nvSpPr>
            <p:cNvPr id="76" name="Google Shape;76;p43"/>
            <p:cNvSpPr/>
            <p:nvPr/>
          </p:nvSpPr>
          <p:spPr>
            <a:xfrm>
              <a:off x="25400" y="151130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77" name="Google Shape;77;p43"/>
            <p:cNvSpPr/>
            <p:nvPr/>
          </p:nvSpPr>
          <p:spPr>
            <a:xfrm>
              <a:off x="1879600" y="151130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78" name="Google Shape;78;p43"/>
            <p:cNvSpPr/>
            <p:nvPr/>
          </p:nvSpPr>
          <p:spPr>
            <a:xfrm>
              <a:off x="3733800" y="151130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79" name="Google Shape;79;p43"/>
            <p:cNvSpPr/>
            <p:nvPr/>
          </p:nvSpPr>
          <p:spPr>
            <a:xfrm>
              <a:off x="5588000" y="1511300"/>
              <a:ext cx="1833811" cy="193427"/>
            </a:xfrm>
            <a:prstGeom prst="rect">
              <a:avLst/>
            </a:prstGeom>
            <a:blipFill rotWithShape="1">
              <a:blip r:embed="rId5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80" name="Google Shape;80;p43"/>
            <p:cNvSpPr/>
            <p:nvPr/>
          </p:nvSpPr>
          <p:spPr>
            <a:xfrm>
              <a:off x="7442200" y="151130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81" name="Google Shape;81;p43"/>
            <p:cNvSpPr/>
            <p:nvPr/>
          </p:nvSpPr>
          <p:spPr>
            <a:xfrm>
              <a:off x="9296400" y="151130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82" name="Google Shape;82;p43"/>
            <p:cNvSpPr/>
            <p:nvPr/>
          </p:nvSpPr>
          <p:spPr>
            <a:xfrm>
              <a:off x="11150600" y="151130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83" name="Google Shape;83;p43"/>
            <p:cNvSpPr/>
            <p:nvPr/>
          </p:nvSpPr>
          <p:spPr>
            <a:xfrm>
              <a:off x="0" y="0"/>
              <a:ext cx="13004800" cy="1498997"/>
            </a:xfrm>
            <a:prstGeom prst="rect">
              <a:avLst/>
            </a:prstGeom>
            <a:blipFill rotWithShape="1">
              <a:blip r:embed="rId6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84" name="Google Shape;84;p43"/>
          <p:cNvSpPr/>
          <p:nvPr>
            <p:ph idx="2" type="pic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43"/>
          <p:cNvSpPr txBox="1"/>
          <p:nvPr>
            <p:ph type="title"/>
          </p:nvPr>
        </p:nvSpPr>
        <p:spPr>
          <a:xfrm>
            <a:off x="508000" y="-12700"/>
            <a:ext cx="11099800" cy="1524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Times New Roman"/>
              <a:buNone/>
              <a:defRPr sz="5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6" name="Google Shape;86;p43"/>
          <p:cNvSpPr txBox="1"/>
          <p:nvPr>
            <p:ph idx="1" type="body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1950" lvl="1" marL="9144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61950" lvl="2" marL="13716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61950" lvl="3" marL="18288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61950" lvl="4" marL="22860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87" name="Google Shape;87;p43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項目符號">
  <p:cSld name="BULLET_LIS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4"/>
          <p:cNvSpPr txBox="1"/>
          <p:nvPr>
            <p:ph idx="1" type="body"/>
          </p:nvPr>
        </p:nvSpPr>
        <p:spPr>
          <a:xfrm>
            <a:off x="952500" y="1877457"/>
            <a:ext cx="11099800" cy="6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00050" lvl="0" marL="457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0050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0050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0050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0050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grpSp>
        <p:nvGrpSpPr>
          <p:cNvPr id="90" name="Google Shape;90;p44"/>
          <p:cNvGrpSpPr/>
          <p:nvPr/>
        </p:nvGrpSpPr>
        <p:grpSpPr>
          <a:xfrm>
            <a:off x="0" y="0"/>
            <a:ext cx="13004800" cy="1704728"/>
            <a:chOff x="0" y="0"/>
            <a:chExt cx="13004800" cy="1704727"/>
          </a:xfrm>
        </p:grpSpPr>
        <p:sp>
          <p:nvSpPr>
            <p:cNvPr id="91" name="Google Shape;91;p44"/>
            <p:cNvSpPr/>
            <p:nvPr/>
          </p:nvSpPr>
          <p:spPr>
            <a:xfrm>
              <a:off x="25400" y="151130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2" name="Google Shape;92;p44"/>
            <p:cNvSpPr/>
            <p:nvPr/>
          </p:nvSpPr>
          <p:spPr>
            <a:xfrm>
              <a:off x="1879600" y="151130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3" name="Google Shape;93;p44"/>
            <p:cNvSpPr/>
            <p:nvPr/>
          </p:nvSpPr>
          <p:spPr>
            <a:xfrm>
              <a:off x="3733800" y="151130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4" name="Google Shape;94;p44"/>
            <p:cNvSpPr/>
            <p:nvPr/>
          </p:nvSpPr>
          <p:spPr>
            <a:xfrm>
              <a:off x="5588000" y="1511300"/>
              <a:ext cx="1833811" cy="193427"/>
            </a:xfrm>
            <a:prstGeom prst="rect">
              <a:avLst/>
            </a:prstGeom>
            <a:blipFill rotWithShape="1">
              <a:blip r:embed="rId5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5" name="Google Shape;95;p44"/>
            <p:cNvSpPr/>
            <p:nvPr/>
          </p:nvSpPr>
          <p:spPr>
            <a:xfrm>
              <a:off x="7442200" y="151130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6" name="Google Shape;96;p44"/>
            <p:cNvSpPr/>
            <p:nvPr/>
          </p:nvSpPr>
          <p:spPr>
            <a:xfrm>
              <a:off x="9296400" y="151130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7" name="Google Shape;97;p44"/>
            <p:cNvSpPr/>
            <p:nvPr/>
          </p:nvSpPr>
          <p:spPr>
            <a:xfrm>
              <a:off x="11150600" y="151130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8" name="Google Shape;98;p44"/>
            <p:cNvSpPr/>
            <p:nvPr/>
          </p:nvSpPr>
          <p:spPr>
            <a:xfrm>
              <a:off x="0" y="0"/>
              <a:ext cx="13004800" cy="1498997"/>
            </a:xfrm>
            <a:prstGeom prst="rect">
              <a:avLst/>
            </a:prstGeom>
            <a:blipFill rotWithShape="1">
              <a:blip r:embed="rId6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99" name="Google Shape;99;p44"/>
          <p:cNvSpPr txBox="1"/>
          <p:nvPr>
            <p:ph type="title"/>
          </p:nvPr>
        </p:nvSpPr>
        <p:spPr>
          <a:xfrm>
            <a:off x="508000" y="-12700"/>
            <a:ext cx="11099800" cy="1524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Times New Roman"/>
              <a:buNone/>
              <a:defRPr sz="5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44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照片 - 一頁三張">
  <p:cSld name="THREE_PHOTO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5"/>
          <p:cNvSpPr/>
          <p:nvPr>
            <p:ph idx="2" type="pic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45"/>
          <p:cNvSpPr/>
          <p:nvPr>
            <p:ph idx="3" type="pic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45"/>
          <p:cNvSpPr/>
          <p:nvPr>
            <p:ph idx="4" type="pic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45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照片">
  <p:cSld name="FULL_PHOTO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6"/>
          <p:cNvSpPr/>
          <p:nvPr>
            <p:ph idx="2" type="pic"/>
          </p:nvPr>
        </p:nvSpPr>
        <p:spPr>
          <a:xfrm>
            <a:off x="0" y="0"/>
            <a:ext cx="12999418" cy="97536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46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7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512911" y="0"/>
            <a:ext cx="11107589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00050" lvl="0" marL="4572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400050" lvl="1" marL="9144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400050" lvl="2" marL="13716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400050" lvl="3" marL="18288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400050" lvl="4" marL="22860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400050" lvl="5" marL="27432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400050" lvl="6" marL="32004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400050" lvl="7" marL="36576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400050" lvl="8" marL="41148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
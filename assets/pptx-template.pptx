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753600" cx="13004800"/>
  <p:notesSz cx="6858000" cy="9144000"/>
  <p:embeddedFontLst>
    <p:embeddedFont>
      <p:font typeface="Helvetica Neue Ligh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h1Gt6rEv5Jfi28fsQXbnRQ2ViA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72" orient="horz"/>
        <p:guide pos="40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bold.fntdata"/><Relationship Id="rId10" Type="http://schemas.openxmlformats.org/officeDocument/2006/relationships/font" Target="fonts/HelveticaNeueLight-regular.fntdata"/><Relationship Id="rId13" Type="http://schemas.openxmlformats.org/officeDocument/2006/relationships/font" Target="fonts/HelveticaNeueLight-boldItalic.fntdata"/><Relationship Id="rId12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副標題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6"/>
          <p:cNvSpPr txBox="1"/>
          <p:nvPr>
            <p:ph idx="1" type="body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grpSp>
        <p:nvGrpSpPr>
          <p:cNvPr id="12" name="Google Shape;12;p36"/>
          <p:cNvGrpSpPr/>
          <p:nvPr/>
        </p:nvGrpSpPr>
        <p:grpSpPr>
          <a:xfrm>
            <a:off x="22894" y="8699500"/>
            <a:ext cx="12959013" cy="193428"/>
            <a:chOff x="0" y="0"/>
            <a:chExt cx="12959011" cy="193427"/>
          </a:xfrm>
        </p:grpSpPr>
        <p:sp>
          <p:nvSpPr>
            <p:cNvPr id="13" name="Google Shape;13;p36"/>
            <p:cNvSpPr/>
            <p:nvPr/>
          </p:nvSpPr>
          <p:spPr>
            <a:xfrm>
              <a:off x="0" y="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1854200" y="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3708400" y="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5562600" y="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7416800" y="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9271000" y="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11125200" y="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20" name="Google Shape;20;p36"/>
          <p:cNvSpPr/>
          <p:nvPr/>
        </p:nvSpPr>
        <p:spPr>
          <a:xfrm>
            <a:off x="0" y="8907363"/>
            <a:ext cx="13004801" cy="846634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38100" rotWithShape="0" dir="5400000" dist="25400">
              <a:srgbClr val="000000">
                <a:alpha val="50196"/>
              </a:srgbClr>
            </a:outerShdw>
          </a:effectLst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 Ligh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" name="Google Shape;21;p36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項目符號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7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24" name="Google Shape;24;p37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5" name="Google Shape;25;p37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6" name="Google Shape;26;p37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7" name="Google Shape;27;p37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8" name="Google Shape;28;p37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29" name="Google Shape;29;p37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0" name="Google Shape;30;p37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31" name="Google Shape;31;p37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32" name="Google Shape;32;p37"/>
          <p:cNvSpPr txBox="1"/>
          <p:nvPr>
            <p:ph idx="1" type="body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0050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0050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0050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0050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type="title"/>
          </p:nvPr>
        </p:nvSpPr>
        <p:spPr>
          <a:xfrm>
            <a:off x="508000" y="-12700"/>
            <a:ext cx="12536185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37"/>
          <p:cNvSpPr txBox="1"/>
          <p:nvPr/>
        </p:nvSpPr>
        <p:spPr>
          <a:xfrm>
            <a:off x="6680302" y="9251950"/>
            <a:ext cx="510207" cy="37959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/ 34</a:t>
            </a:r>
            <a:endParaRPr b="0" i="0" sz="18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言語錄">
  <p:cSld name="名言語錄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8"/>
          <p:cNvGrpSpPr/>
          <p:nvPr/>
        </p:nvGrpSpPr>
        <p:grpSpPr>
          <a:xfrm>
            <a:off x="0" y="3237036"/>
            <a:ext cx="13004800" cy="2758830"/>
            <a:chOff x="0" y="0"/>
            <a:chExt cx="13004800" cy="2758828"/>
          </a:xfrm>
        </p:grpSpPr>
        <p:grpSp>
          <p:nvGrpSpPr>
            <p:cNvPr id="38" name="Google Shape;38;p38"/>
            <p:cNvGrpSpPr/>
            <p:nvPr/>
          </p:nvGrpSpPr>
          <p:grpSpPr>
            <a:xfrm>
              <a:off x="25400" y="2565400"/>
              <a:ext cx="12959012" cy="193428"/>
              <a:chOff x="0" y="0"/>
              <a:chExt cx="12959011" cy="193427"/>
            </a:xfrm>
          </p:grpSpPr>
          <p:sp>
            <p:nvSpPr>
              <p:cNvPr id="39" name="Google Shape;39;p38"/>
              <p:cNvSpPr/>
              <p:nvPr/>
            </p:nvSpPr>
            <p:spPr>
              <a:xfrm>
                <a:off x="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0" name="Google Shape;40;p38"/>
              <p:cNvSpPr/>
              <p:nvPr/>
            </p:nvSpPr>
            <p:spPr>
              <a:xfrm>
                <a:off x="18542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1" name="Google Shape;41;p38"/>
              <p:cNvSpPr/>
              <p:nvPr/>
            </p:nvSpPr>
            <p:spPr>
              <a:xfrm>
                <a:off x="37084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2" name="Google Shape;42;p38"/>
              <p:cNvSpPr/>
              <p:nvPr/>
            </p:nvSpPr>
            <p:spPr>
              <a:xfrm>
                <a:off x="5562600" y="0"/>
                <a:ext cx="1833811" cy="193427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3" name="Google Shape;43;p38"/>
              <p:cNvSpPr/>
              <p:nvPr/>
            </p:nvSpPr>
            <p:spPr>
              <a:xfrm>
                <a:off x="741680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4" name="Google Shape;44;p38"/>
              <p:cNvSpPr/>
              <p:nvPr/>
            </p:nvSpPr>
            <p:spPr>
              <a:xfrm>
                <a:off x="92710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5" name="Google Shape;45;p38"/>
              <p:cNvSpPr/>
              <p:nvPr/>
            </p:nvSpPr>
            <p:spPr>
              <a:xfrm>
                <a:off x="111252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</p:grpSp>
        <p:sp>
          <p:nvSpPr>
            <p:cNvPr id="46" name="Google Shape;46;p38"/>
            <p:cNvSpPr/>
            <p:nvPr/>
          </p:nvSpPr>
          <p:spPr>
            <a:xfrm>
              <a:off x="0" y="207069"/>
              <a:ext cx="13004800" cy="2346028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grpSp>
          <p:nvGrpSpPr>
            <p:cNvPr id="47" name="Google Shape;47;p38"/>
            <p:cNvGrpSpPr/>
            <p:nvPr/>
          </p:nvGrpSpPr>
          <p:grpSpPr>
            <a:xfrm>
              <a:off x="22894" y="0"/>
              <a:ext cx="12959013" cy="193428"/>
              <a:chOff x="0" y="0"/>
              <a:chExt cx="12959011" cy="193427"/>
            </a:xfrm>
          </p:grpSpPr>
          <p:sp>
            <p:nvSpPr>
              <p:cNvPr id="48" name="Google Shape;48;p38"/>
              <p:cNvSpPr/>
              <p:nvPr/>
            </p:nvSpPr>
            <p:spPr>
              <a:xfrm>
                <a:off x="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49" name="Google Shape;49;p38"/>
              <p:cNvSpPr/>
              <p:nvPr/>
            </p:nvSpPr>
            <p:spPr>
              <a:xfrm>
                <a:off x="18542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0" name="Google Shape;50;p38"/>
              <p:cNvSpPr/>
              <p:nvPr/>
            </p:nvSpPr>
            <p:spPr>
              <a:xfrm>
                <a:off x="37084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1" name="Google Shape;51;p38"/>
              <p:cNvSpPr/>
              <p:nvPr/>
            </p:nvSpPr>
            <p:spPr>
              <a:xfrm>
                <a:off x="5562600" y="0"/>
                <a:ext cx="1833811" cy="193427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2" name="Google Shape;52;p38"/>
              <p:cNvSpPr/>
              <p:nvPr/>
            </p:nvSpPr>
            <p:spPr>
              <a:xfrm>
                <a:off x="7416800" y="0"/>
                <a:ext cx="1833811" cy="193427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3" name="Google Shape;53;p38"/>
              <p:cNvSpPr/>
              <p:nvPr/>
            </p:nvSpPr>
            <p:spPr>
              <a:xfrm>
                <a:off x="9271000" y="0"/>
                <a:ext cx="1833811" cy="193427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sp>
            <p:nvSpPr>
              <p:cNvPr id="54" name="Google Shape;54;p38"/>
              <p:cNvSpPr/>
              <p:nvPr/>
            </p:nvSpPr>
            <p:spPr>
              <a:xfrm>
                <a:off x="11125200" y="0"/>
                <a:ext cx="1833811" cy="193427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tile algn="tl" flip="none" tx="0" sx="100000" ty="0" sy="100000"/>
              </a:blipFill>
              <a:ln>
                <a:noFill/>
              </a:ln>
              <a:effectLst>
                <a:outerShdw blurRad="38100" rotWithShape="0" dir="5400000" dist="2540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Helvetica Neue Light"/>
                  <a:buNone/>
                </a:pPr>
                <a:r>
                  <a:t/>
                </a:r>
                <a:endParaRPr b="0" i="0" sz="3600" u="none" cap="none" strike="noStrik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</p:grpSp>
      </p:grpSp>
      <p:sp>
        <p:nvSpPr>
          <p:cNvPr id="55" name="Google Shape;55;p38"/>
          <p:cNvSpPr txBox="1"/>
          <p:nvPr>
            <p:ph idx="1" type="body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2" type="body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Helvetica Neue Light"/>
              <a:buNone/>
              <a:defRPr sz="3800">
                <a:solidFill>
                  <a:srgbClr val="FFFFFF"/>
                </a:solidFill>
              </a:defRPr>
            </a:lvl1pPr>
            <a:lvl2pPr indent="-314325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indent="-314325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indent="-314325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57" name="Google Shape;57;p38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水平">
  <p:cSld name="照片 - 水平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/>
          <p:nvPr>
            <p:ph idx="2" type="pic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9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imes New Roman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1" name="Google Shape;61;p39"/>
          <p:cNvSpPr txBox="1"/>
          <p:nvPr>
            <p:ph idx="1" type="body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62" name="Google Shape;62;p39"/>
          <p:cNvSpPr txBox="1"/>
          <p:nvPr>
            <p:ph idx="12" type="sldNum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 - 中央">
  <p:cSld name="標題 - 中央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imes New Roman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40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直式">
  <p:cSld name="照片 - 直式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1"/>
          <p:cNvSpPr/>
          <p:nvPr>
            <p:ph idx="2" type="pic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9" name="Google Shape;69;p41"/>
          <p:cNvSpPr txBox="1"/>
          <p:nvPr>
            <p:ph idx="1" type="body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 - 上方">
  <p:cSld name="標題 - 上方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2"/>
          <p:cNvSpPr txBox="1"/>
          <p:nvPr>
            <p:ph type="title"/>
          </p:nvPr>
        </p:nvSpPr>
        <p:spPr>
          <a:xfrm>
            <a:off x="512911" y="0"/>
            <a:ext cx="11107589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3" name="Google Shape;73;p42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、項目符號與照片">
  <p:cSld name="標題、項目符號與照片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3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76" name="Google Shape;76;p43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7" name="Google Shape;77;p43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8" name="Google Shape;78;p43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79" name="Google Shape;79;p43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0" name="Google Shape;80;p43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1" name="Google Shape;81;p43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2" name="Google Shape;82;p43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83" name="Google Shape;83;p43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84" name="Google Shape;84;p43"/>
          <p:cNvSpPr/>
          <p:nvPr>
            <p:ph idx="2" type="pic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43"/>
          <p:cNvSpPr txBox="1"/>
          <p:nvPr>
            <p:ph type="title"/>
          </p:nvPr>
        </p:nvSpPr>
        <p:spPr>
          <a:xfrm>
            <a:off x="508000" y="-12700"/>
            <a:ext cx="11099800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43"/>
          <p:cNvSpPr txBox="1"/>
          <p:nvPr>
            <p:ph idx="1" type="body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61950" lvl="1" marL="9144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61950" lvl="2" marL="13716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1950" lvl="3" marL="18288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1950" lvl="4" marL="228600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•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sp>
        <p:nvSpPr>
          <p:cNvPr id="87" name="Google Shape;87;p43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項目符號">
  <p:cSld name="項目符號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4"/>
          <p:cNvSpPr txBox="1"/>
          <p:nvPr>
            <p:ph idx="1" type="body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0050" lvl="1" marL="914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400050" lvl="2" marL="1371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400050" lvl="3" marL="1828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400050" lvl="4" marL="22860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4325" lvl="5" marL="27432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indent="-314325" lvl="6" marL="32004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indent="-314325" lvl="7" marL="36576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indent="-314325" lvl="8" marL="411480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/>
        </p:txBody>
      </p:sp>
      <p:grpSp>
        <p:nvGrpSpPr>
          <p:cNvPr id="90" name="Google Shape;90;p44"/>
          <p:cNvGrpSpPr/>
          <p:nvPr/>
        </p:nvGrpSpPr>
        <p:grpSpPr>
          <a:xfrm>
            <a:off x="0" y="0"/>
            <a:ext cx="13004800" cy="1704728"/>
            <a:chOff x="0" y="0"/>
            <a:chExt cx="13004800" cy="1704727"/>
          </a:xfrm>
        </p:grpSpPr>
        <p:sp>
          <p:nvSpPr>
            <p:cNvPr id="91" name="Google Shape;91;p44"/>
            <p:cNvSpPr/>
            <p:nvPr/>
          </p:nvSpPr>
          <p:spPr>
            <a:xfrm>
              <a:off x="254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2" name="Google Shape;92;p44"/>
            <p:cNvSpPr/>
            <p:nvPr/>
          </p:nvSpPr>
          <p:spPr>
            <a:xfrm>
              <a:off x="18796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3" name="Google Shape;93;p44"/>
            <p:cNvSpPr/>
            <p:nvPr/>
          </p:nvSpPr>
          <p:spPr>
            <a:xfrm>
              <a:off x="37338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4" name="Google Shape;94;p44"/>
            <p:cNvSpPr/>
            <p:nvPr/>
          </p:nvSpPr>
          <p:spPr>
            <a:xfrm>
              <a:off x="5588000" y="1511300"/>
              <a:ext cx="1833811" cy="193427"/>
            </a:xfrm>
            <a:prstGeom prst="rect">
              <a:avLst/>
            </a:prstGeom>
            <a:blipFill rotWithShape="1">
              <a:blip r:embed="rId5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5" name="Google Shape;95;p44"/>
            <p:cNvSpPr/>
            <p:nvPr/>
          </p:nvSpPr>
          <p:spPr>
            <a:xfrm>
              <a:off x="7442200" y="1511300"/>
              <a:ext cx="1833811" cy="193427"/>
            </a:xfrm>
            <a:prstGeom prst="rect">
              <a:avLst/>
            </a:prstGeom>
            <a:blipFill rotWithShape="1">
              <a:blip r:embed="rId2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6" name="Google Shape;96;p44"/>
            <p:cNvSpPr/>
            <p:nvPr/>
          </p:nvSpPr>
          <p:spPr>
            <a:xfrm>
              <a:off x="9296400" y="1511300"/>
              <a:ext cx="1833811" cy="193427"/>
            </a:xfrm>
            <a:prstGeom prst="rect">
              <a:avLst/>
            </a:prstGeom>
            <a:blipFill rotWithShape="1">
              <a:blip r:embed="rId3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7" name="Google Shape;97;p44"/>
            <p:cNvSpPr/>
            <p:nvPr/>
          </p:nvSpPr>
          <p:spPr>
            <a:xfrm>
              <a:off x="11150600" y="1511300"/>
              <a:ext cx="1833811" cy="193427"/>
            </a:xfrm>
            <a:prstGeom prst="rect">
              <a:avLst/>
            </a:prstGeom>
            <a:blipFill rotWithShape="1">
              <a:blip r:embed="rId4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98" name="Google Shape;98;p44"/>
            <p:cNvSpPr/>
            <p:nvPr/>
          </p:nvSpPr>
          <p:spPr>
            <a:xfrm>
              <a:off x="0" y="0"/>
              <a:ext cx="13004800" cy="1498997"/>
            </a:xfrm>
            <a:prstGeom prst="rect">
              <a:avLst/>
            </a:prstGeom>
            <a:blipFill rotWithShape="1">
              <a:blip r:embed="rId6">
                <a:alphaModFix/>
              </a:blip>
              <a:tile algn="tl" flip="none" tx="0" sx="100000" ty="0" sy="100000"/>
            </a:blipFill>
            <a:ln>
              <a:noFill/>
            </a:ln>
            <a:effectLst>
              <a:outerShdw blurRad="38100" rotWithShape="0" dir="5400000" dist="25400">
                <a:srgbClr val="000000">
                  <a:alpha val="50196"/>
                </a:srgbClr>
              </a:outerShdw>
            </a:effectLst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Helvetica Neue Ligh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99" name="Google Shape;99;p44"/>
          <p:cNvSpPr txBox="1"/>
          <p:nvPr>
            <p:ph type="title"/>
          </p:nvPr>
        </p:nvSpPr>
        <p:spPr>
          <a:xfrm>
            <a:off x="508000" y="-12700"/>
            <a:ext cx="11099800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  <a:defRPr sz="5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00" name="Google Shape;100;p44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 - 一頁三張">
  <p:cSld name="照片 - 一頁三張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5"/>
          <p:cNvSpPr/>
          <p:nvPr>
            <p:ph idx="2" type="pic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45"/>
          <p:cNvSpPr/>
          <p:nvPr>
            <p:ph idx="3" type="pic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45"/>
          <p:cNvSpPr/>
          <p:nvPr>
            <p:ph idx="4" type="pic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45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照片">
  <p:cSld name="照片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6"/>
          <p:cNvSpPr/>
          <p:nvPr>
            <p:ph idx="2" type="pic"/>
          </p:nvPr>
        </p:nvSpPr>
        <p:spPr>
          <a:xfrm>
            <a:off x="0" y="0"/>
            <a:ext cx="12999418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46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>
  <p:cSld name="空白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7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512911" y="0"/>
            <a:ext cx="11107589" cy="21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Times New Roman"/>
              <a:buNone/>
              <a:defRPr b="0" i="0" sz="6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400050" lvl="0" marL="457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400050" lvl="1" marL="914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400050" lvl="2" marL="1371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400050" lvl="3" marL="1828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400050" lvl="4" marL="22860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400050" lvl="5" marL="27432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400050" lvl="6" marL="32004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400050" lvl="7" marL="36576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400050" lvl="8" marL="4114800" marR="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b="0" i="0" sz="36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b="0" i="0" sz="18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"/>
          <p:cNvSpPr txBox="1"/>
          <p:nvPr>
            <p:ph idx="4294967295" type="ctrTitle"/>
          </p:nvPr>
        </p:nvSpPr>
        <p:spPr>
          <a:xfrm>
            <a:off x="1149401" y="1023565"/>
            <a:ext cx="10934700" cy="4797277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1" lang="en-US" sz="4000"/>
              <a:t>Title</a:t>
            </a:r>
            <a:endParaRPr b="0" i="0" sz="8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</a:pPr>
            <a:r>
              <a:t/>
            </a:r>
            <a:endParaRPr b="0" i="0" sz="8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/>
              <a:t>Subtitle</a:t>
            </a:r>
            <a:endParaRPr b="0" i="0" sz="80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6" name="Google Shape;116;p1"/>
          <p:cNvSpPr txBox="1"/>
          <p:nvPr>
            <p:ph idx="4294967295" type="subTitle"/>
          </p:nvPr>
        </p:nvSpPr>
        <p:spPr>
          <a:xfrm>
            <a:off x="800100" y="6393557"/>
            <a:ext cx="10464800" cy="1712963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Chun-Ming Su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2017.04.29</a:t>
            </a:r>
            <a:endParaRPr b="0" i="0" sz="32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7" name="Google Shape;117;p1"/>
          <p:cNvSpPr txBox="1"/>
          <p:nvPr>
            <p:ph idx="4294967295" type="sldNum"/>
          </p:nvPr>
        </p:nvSpPr>
        <p:spPr>
          <a:xfrm>
            <a:off x="6375349" y="9251950"/>
            <a:ext cx="2414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 Light"/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‹#›</a:t>
            </a:fld>
            <a:endParaRPr b="0" i="0" sz="1800" u="none" cap="none" strike="noStrik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idx="1" type="body"/>
          </p:nvPr>
        </p:nvSpPr>
        <p:spPr>
          <a:xfrm>
            <a:off x="952500" y="2082800"/>
            <a:ext cx="11099800" cy="68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635000" lvl="0" marL="635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AutoNum type="arabicPeriod"/>
            </a:pPr>
            <a:r>
              <a:rPr lang="en-US"/>
              <a:t>Introduction 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AutoNum type="arabicPeriod"/>
            </a:pPr>
            <a:r>
              <a:rPr lang="en-US"/>
              <a:t>Model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AutoNum type="arabicPeriod"/>
            </a:pPr>
            <a:r>
              <a:rPr lang="en-US"/>
              <a:t>Experiments</a:t>
            </a:r>
            <a:endParaRPr/>
          </a:p>
          <a:p>
            <a:pPr indent="-635000" lvl="0" marL="635000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AutoNum type="arabicPeriod"/>
            </a:pPr>
            <a:r>
              <a:rPr lang="en-US"/>
              <a:t>Conclusion</a:t>
            </a:r>
            <a:endParaRPr/>
          </a:p>
        </p:txBody>
      </p:sp>
      <p:sp>
        <p:nvSpPr>
          <p:cNvPr id="123" name="Google Shape;123;p2"/>
          <p:cNvSpPr txBox="1"/>
          <p:nvPr>
            <p:ph type="title"/>
          </p:nvPr>
        </p:nvSpPr>
        <p:spPr>
          <a:xfrm>
            <a:off x="508000" y="-12700"/>
            <a:ext cx="12536185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</a:pPr>
            <a:r>
              <a:rPr lang="en-US" sz="5800">
                <a:solidFill>
                  <a:srgbClr val="FFFFFF"/>
                </a:solidFill>
              </a:rPr>
              <a:t>Outline</a:t>
            </a:r>
            <a:endParaRPr/>
          </a:p>
        </p:txBody>
      </p:sp>
      <p:sp>
        <p:nvSpPr>
          <p:cNvPr id="124" name="Google Shape;124;p2"/>
          <p:cNvSpPr txBox="1"/>
          <p:nvPr>
            <p:ph idx="4294967295" type="sldNum"/>
          </p:nvPr>
        </p:nvSpPr>
        <p:spPr>
          <a:xfrm>
            <a:off x="6375349" y="9251950"/>
            <a:ext cx="2414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idx="1" type="body"/>
          </p:nvPr>
        </p:nvSpPr>
        <p:spPr>
          <a:xfrm>
            <a:off x="596503" y="2348185"/>
            <a:ext cx="11811794" cy="6438107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/>
          <a:p>
            <a:pPr indent="-500062" lvl="0" marL="5000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</a:pPr>
            <a:r>
              <a:rPr lang="en-US"/>
              <a:t>C</a:t>
            </a:r>
            <a:r>
              <a:rPr lang="en-US"/>
              <a:t>ontent A</a:t>
            </a:r>
            <a:endParaRPr/>
          </a:p>
          <a:p>
            <a:pPr indent="-500062" lvl="1" marL="944562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</a:pPr>
            <a:r>
              <a:rPr lang="en-US"/>
              <a:t>subcontent</a:t>
            </a:r>
            <a:endParaRPr/>
          </a:p>
          <a:p>
            <a:pPr indent="-500062" lvl="0" marL="500062" rtl="0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 New Roman"/>
              <a:buChar char="•"/>
            </a:pPr>
            <a:r>
              <a:rPr lang="en-US"/>
              <a:t>Content B</a:t>
            </a:r>
            <a:endParaRPr/>
          </a:p>
        </p:txBody>
      </p:sp>
      <p:sp>
        <p:nvSpPr>
          <p:cNvPr id="130" name="Google Shape;130;p3"/>
          <p:cNvSpPr txBox="1"/>
          <p:nvPr>
            <p:ph type="title"/>
          </p:nvPr>
        </p:nvSpPr>
        <p:spPr>
          <a:xfrm>
            <a:off x="508000" y="-12700"/>
            <a:ext cx="12536185" cy="1524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Times New Roman"/>
              <a:buNone/>
            </a:pPr>
            <a:r>
              <a:rPr lang="en-US" sz="5800">
                <a:solidFill>
                  <a:srgbClr val="FFFFFF"/>
                </a:solidFill>
              </a:rPr>
              <a:t>1. Introduction</a:t>
            </a:r>
            <a:endParaRPr/>
          </a:p>
        </p:txBody>
      </p:sp>
      <p:sp>
        <p:nvSpPr>
          <p:cNvPr id="131" name="Google Shape;131;p3"/>
          <p:cNvSpPr txBox="1"/>
          <p:nvPr>
            <p:ph idx="4294967295" type="sldNum"/>
          </p:nvPr>
        </p:nvSpPr>
        <p:spPr>
          <a:xfrm>
            <a:off x="6375349" y="9251950"/>
            <a:ext cx="24140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</a:pPr>
            <a:fld id="{00000000-1234-1234-1234-123412341234}" type="slidenum">
              <a:rPr lang="en-US" sz="1800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1270000" y="3891427"/>
            <a:ext cx="10464800" cy="1437346"/>
          </a:xfrm>
          <a:prstGeom prst="rect">
            <a:avLst/>
          </a:prstGeom>
          <a:noFill/>
          <a:ln>
            <a:noFill/>
          </a:ln>
          <a:effectLst>
            <a:outerShdw blurRad="50800" rotWithShape="0" dir="2700000" dist="63500">
              <a:srgbClr val="000000">
                <a:alpha val="50196"/>
              </a:srgbClr>
            </a:outerShdw>
          </a:effectLst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Arial"/>
              <a:buNone/>
            </a:pPr>
            <a:r>
              <a:rPr lang="en-US" sz="9000"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137" name="Google Shape;137;p34"/>
          <p:cNvSpPr/>
          <p:nvPr/>
        </p:nvSpPr>
        <p:spPr>
          <a:xfrm>
            <a:off x="5465100" y="6489774"/>
            <a:ext cx="2061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  <p:sp>
        <p:nvSpPr>
          <p:cNvPr id="138" name="Google Shape;138;p34"/>
          <p:cNvSpPr txBox="1"/>
          <p:nvPr>
            <p:ph idx="12" type="sldNum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